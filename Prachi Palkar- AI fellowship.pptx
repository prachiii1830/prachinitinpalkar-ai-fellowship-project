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442" y="245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hyperlink" Target="Prachi%20Palkar%20-%20AI%20Fellowship%20Dashboard%20explanation%20audio%20visual.mp4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2365912" y="4307975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2387467" y="4462048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 err="1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Prachi</a:t>
            </a: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 </a:t>
            </a:r>
            <a:r>
              <a:rPr lang="en-US" sz="1200" b="1" dirty="0" err="1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Palkar</a:t>
            </a: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1982531" y="4322374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918700" y="4325376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921577" y="4496651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prachiii1856@gmail.com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3558094" y="4332841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702860" y="4337076"/>
            <a:ext cx="1967577" cy="645499"/>
            <a:chOff x="3102773" y="4295282"/>
            <a:chExt cx="1846904" cy="64549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02773" y="4456866"/>
              <a:ext cx="1141745" cy="48391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Umamaheshwari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339862" y="4346948"/>
            <a:ext cx="362998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6CE2B4C-42F3-6C3D-A2AC-C0C414252A53}"/>
              </a:ext>
            </a:extLst>
          </p:cNvPr>
          <p:cNvSpPr txBox="1"/>
          <p:nvPr/>
        </p:nvSpPr>
        <p:spPr>
          <a:xfrm>
            <a:off x="68461" y="3462539"/>
            <a:ext cx="54471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spcAft>
                <a:spcPts val="400"/>
              </a:spcAft>
              <a:buNone/>
            </a:pP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From Data Chaos To Clarity: Inventory </a:t>
            </a:r>
            <a:r>
              <a:rPr lang="en-IN" b="1" dirty="0" err="1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Fulfillment</a:t>
            </a: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Analysis</a:t>
            </a:r>
            <a:endParaRPr lang="en-IN" sz="105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82801"/>
            <a:ext cx="4667740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This project focuses on transforming raw inventory and order </a:t>
            </a:r>
            <a:r>
              <a:rPr lang="en-GB" sz="1600" dirty="0" err="1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fulfillment</a:t>
            </a:r>
            <a:r>
              <a:rPr lang="en-GB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 data into meaningful insights using Microsoft Excel and Power BI.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 The main objective is to clean and </a:t>
            </a:r>
            <a:r>
              <a:rPr lang="en-GB" sz="1600" dirty="0" err="1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analyze</a:t>
            </a:r>
            <a:r>
              <a:rPr lang="en-GB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 data to improve inventory management and business decision making. 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The dataset contains issues such as duplicate records, missing values, and inconsistent categories, which are corrected using Excel data cleaning techniques and create an interactive dashboard using </a:t>
            </a:r>
            <a:r>
              <a:rPr lang="en-GB" sz="1600" dirty="0" err="1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PowerBI</a:t>
            </a:r>
            <a:r>
              <a:rPr lang="en-GB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 to get business insights. 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The final outcome helps businesses track stock levels, monitor order </a:t>
            </a:r>
            <a:r>
              <a:rPr lang="en-GB" sz="1600" dirty="0" err="1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fulfillment</a:t>
            </a:r>
            <a:r>
              <a:rPr lang="en-GB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, and improve operational efficiency.</a:t>
            </a: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5814470" y="108280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407003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No visibility of best-selling vs least-selling products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High risk of </a:t>
            </a:r>
            <a:r>
              <a:rPr lang="en-GB" sz="1600" dirty="0" err="1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stockouts</a:t>
            </a: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(300+ low stock items identified)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Overstocking in low-demand products (e.g., Laptop Bags)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Lack of clarity on top-performing categories (Electronics dominates)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High number of cancelled orders affecting revenue (148 orders)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Poor tracking of order </a:t>
            </a:r>
            <a:r>
              <a:rPr lang="en-GB" sz="1600" dirty="0" err="1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fulfillment</a:t>
            </a: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stages</a:t>
            </a:r>
          </a:p>
          <a:p>
            <a:pPr marL="285750" indent="-28575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GB" sz="1600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Inefficient decision-making due to lack of central dashboard</a:t>
            </a:r>
            <a:endParaRPr lang="en-US" sz="16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3"/>
            <a:ext cx="430736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Dashboard to identify top products (Bluetooth Speaker, Marker Set)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Detect least-selling products for inventory reduction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Monitor low stock items (&lt;150 units) for timely restocking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Category analysis showing Electronics as highest revenue driver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Track order status (Delivered, Cancelled, Processing, Shipped)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Improve delivery efficiency using delivery days analysis (2–4 days </a:t>
            </a:r>
            <a:r>
              <a:rPr lang="en-GB" sz="1600" dirty="0" err="1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avg</a:t>
            </a: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Use KPI cards for real-time business monitoring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400" dirty="0"/>
              <a:t>Excel dataset from </a:t>
            </a:r>
            <a:r>
              <a:rPr lang="en-IN" sz="1400" dirty="0" err="1"/>
              <a:t>Kaggle</a:t>
            </a:r>
            <a:endParaRPr lang="en-IN" sz="1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400" dirty="0"/>
              <a:t>Contains: Order ID, Product Name, Category, Stock levels, Order status, etc</a:t>
            </a:r>
            <a:r>
              <a:rPr lang="en-IN" sz="1600" dirty="0"/>
              <a:t>.</a:t>
            </a: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70248" y="170040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400" dirty="0"/>
              <a:t>Removing duplicates: Remove Duplicates tool Handling missing values: Find &amp; Replace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400" dirty="0"/>
              <a:t>Data validation: Conditional Formatting, Pivot Tables, Sorting &amp; Filtering, Basic Excel formulas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400" dirty="0"/>
              <a:t>Microsoft Excel → Data cleaning &amp; analysis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400" dirty="0"/>
              <a:t>Power BI → Data visualization &amp; dashboard creation</a:t>
            </a:r>
            <a:endParaRPr lang="en-IN" sz="1400" dirty="0"/>
          </a:p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IN" sz="1400" dirty="0"/>
              <a:t>Interactive dashboard: KPI cards, Slicers, Stacked area chart, Narrative, Donut chart, Table, Gauge, Funnel, Question answer, Decomposition tree and Scatter chart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[Add description of Demo 1 here — what this demo shows, key features, and results achieved.]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2196877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[Add description of Demo 2 here — what this demo shows, key features, and results achieved.]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[Add description of Demo 3 here — what this demo shows, key features, and results achieved.]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540" y="2230726"/>
            <a:ext cx="2796759" cy="2582514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352" y="2230726"/>
            <a:ext cx="2747957" cy="258251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4115" y="2230726"/>
            <a:ext cx="2807861" cy="258251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>
            <a:hlinkClick r:id="rId4" action="ppaction://hlinkfile"/>
          </p:cNvPr>
          <p:cNvSpPr/>
          <p:nvPr/>
        </p:nvSpPr>
        <p:spPr>
          <a:xfrm>
            <a:off x="1348740" y="770709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r>
              <a:rPr lang="en-IN" sz="800" dirty="0"/>
              <a:t>https://1drv.ms/v/c/2c8d2e84d8c69fd0/IQBOo2Xgq53QQ574NrnjT_9mAYJ6YckFP0o5tLw2UyKdazc?e=iGparf</a:t>
            </a:r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Identified high-demand and low-demand products clearly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Improved inventory planning (reduce </a:t>
            </a:r>
            <a:r>
              <a:rPr lang="en-GB" sz="1600" dirty="0" err="1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stockouts</a:t>
            </a: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 &amp; overstocking)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Highlighted Electronics as top-performing category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Exposed issue of high order cancellations impacting business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Enabled better order tracking and delivery performance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Dashboard provides quick and actionable insights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Successfully converted data into business value and decisions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Lato" panose="020F0502020204030203" pitchFamily="34" charset="0"/>
                <a:cs typeface="Arial" panose="020B0604020202020204" pitchFamily="34" charset="0"/>
              </a:rPr>
              <a:t>Integration with live databases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Lato" panose="020F0502020204030203" pitchFamily="34" charset="0"/>
                <a:cs typeface="Arial" panose="020B0604020202020204" pitchFamily="34" charset="0"/>
              </a:rPr>
              <a:t>Automation using Power BI refresh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Lato" panose="020F0502020204030203" pitchFamily="34" charset="0"/>
                <a:cs typeface="Arial" panose="020B0604020202020204" pitchFamily="34" charset="0"/>
              </a:rPr>
              <a:t>Advanced dashboards with more KPIs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Lato" panose="020F0502020204030203" pitchFamily="34" charset="0"/>
                <a:cs typeface="Arial" panose="020B0604020202020204" pitchFamily="34" charset="0"/>
              </a:rPr>
              <a:t>Integration with business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Lato" panose="020F0502020204030203" pitchFamily="34" charset="0"/>
                <a:cs typeface="Arial" panose="020B0604020202020204" pitchFamily="34" charset="0"/>
              </a:rPr>
              <a:t>Expansion to larger datasets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844</TotalTime>
  <Words>616</Words>
  <Application>Microsoft Office PowerPoint</Application>
  <PresentationFormat>On-screen Show (16:9)</PresentationFormat>
  <Paragraphs>91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PANTH CHAWDA</cp:lastModifiedBy>
  <cp:revision>45</cp:revision>
  <dcterms:created xsi:type="dcterms:W3CDTF">2026-02-18T09:17:23Z</dcterms:created>
  <dcterms:modified xsi:type="dcterms:W3CDTF">2026-04-11T16:44:23Z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