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custDataLst>
    <p:tags r:id="rId1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3.png"/><Relationship Id="rId5" Type="http://schemas.openxmlformats.org/officeDocument/2006/relationships/image" Target="../media/image3.sv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11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2365912" y="4307975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2387467" y="4462048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 err="1" smtClean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Prachi</a:t>
            </a:r>
            <a:r>
              <a:rPr lang="en-US" sz="1200" b="1" dirty="0" smtClean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 </a:t>
            </a:r>
            <a:r>
              <a:rPr lang="en-US" sz="1200" b="1" dirty="0" err="1" smtClean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Palkar</a:t>
            </a:r>
            <a:endParaRPr lang="en-US" sz="12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757" t="2453" r="27842" b="53701"/>
          <a:stretch>
            <a:fillRect/>
          </a:stretch>
        </p:blipFill>
        <p:spPr>
          <a:xfrm>
            <a:off x="1982531" y="4322374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3918700" y="4325376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3921577" y="4496651"/>
            <a:ext cx="2272871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 smtClean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prachiii1856@gmail.com</a:t>
            </a:r>
            <a:endParaRPr lang="en-US" sz="12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859" t="52379" r="26874" b="2349"/>
          <a:stretch>
            <a:fillRect/>
          </a:stretch>
        </p:blipFill>
        <p:spPr>
          <a:xfrm>
            <a:off x="3558094" y="4332841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702860" y="4337076"/>
            <a:ext cx="1967577" cy="645499"/>
            <a:chOff x="3102773" y="4295282"/>
            <a:chExt cx="1846904" cy="645499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3102773" y="4456866"/>
              <a:ext cx="1141745" cy="48391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 err="1" smtClean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Umamaheshwari</a:t>
              </a:r>
              <a:endPara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endParaRP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109" t="6546" r="28551" b="49509"/>
          <a:stretch>
            <a:fillRect/>
          </a:stretch>
        </p:blipFill>
        <p:spPr>
          <a:xfrm>
            <a:off x="339862" y="4346948"/>
            <a:ext cx="362998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6CE2B4C-42F3-6C3D-A2AC-C0C414252A53}"/>
              </a:ext>
            </a:extLst>
          </p:cNvPr>
          <p:cNvSpPr txBox="1"/>
          <p:nvPr/>
        </p:nvSpPr>
        <p:spPr>
          <a:xfrm>
            <a:off x="68461" y="3462539"/>
            <a:ext cx="54471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  <a:buNone/>
            </a:pPr>
            <a:r>
              <a:rPr lang="en-IN" b="1" dirty="0" smtClean="0">
                <a:solidFill>
                  <a:srgbClr val="1B3A8A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From Data Chaos To Clarity: Inventory </a:t>
            </a:r>
            <a:r>
              <a:rPr lang="en-IN" b="1" dirty="0" err="1" smtClean="0">
                <a:solidFill>
                  <a:srgbClr val="1B3A8A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Fulfillment</a:t>
            </a:r>
            <a:r>
              <a:rPr lang="en-IN" b="1" dirty="0" smtClean="0">
                <a:solidFill>
                  <a:srgbClr val="1B3A8A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Analysis</a:t>
            </a:r>
            <a:endParaRPr lang="en-IN" sz="105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125240" y="1082801"/>
            <a:ext cx="466774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6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This project focuses on transforming raw inventory and order </a:t>
            </a:r>
            <a:r>
              <a:rPr lang="en-GB" sz="1600" dirty="0" err="1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fulfillment</a:t>
            </a:r>
            <a:r>
              <a:rPr lang="en-GB" sz="16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 data into meaningful insights using Microsoft Excel and Power BI</a:t>
            </a:r>
            <a:r>
              <a:rPr lang="en-GB" sz="16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6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en-GB" sz="16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The main objective is to clean and </a:t>
            </a:r>
            <a:r>
              <a:rPr lang="en-GB" sz="1600" dirty="0" err="1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analyze</a:t>
            </a:r>
            <a:r>
              <a:rPr lang="en-GB" sz="16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 data to improve inventory management and business decision making. </a:t>
            </a:r>
            <a:endParaRPr lang="en-GB" sz="1600" dirty="0" smtClean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6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The </a:t>
            </a:r>
            <a:r>
              <a:rPr lang="en-GB" sz="16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dataset contains issues such as duplicate records, missing values, and inconsistent categories, which are corrected using Excel data cleaning techniques and create an interactive dashboard using </a:t>
            </a:r>
            <a:r>
              <a:rPr lang="en-GB" sz="1600" dirty="0" err="1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PowerBI</a:t>
            </a:r>
            <a:r>
              <a:rPr lang="en-GB" sz="16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 to get business </a:t>
            </a:r>
            <a:r>
              <a:rPr lang="en-GB" sz="16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insights. 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6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The </a:t>
            </a:r>
            <a:r>
              <a:rPr lang="en-GB" sz="16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final outcome helps businesses track stock levels, monitor order </a:t>
            </a:r>
            <a:r>
              <a:rPr lang="en-GB" sz="1600" dirty="0" err="1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fulfillment</a:t>
            </a:r>
            <a:r>
              <a:rPr lang="en-GB" sz="16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, and improve operational efficiency</a:t>
            </a:r>
            <a:r>
              <a:rPr lang="en-GB" sz="1600" dirty="0" smtClean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.</a:t>
            </a:r>
            <a:endParaRPr lang="en-GB" sz="16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5814470" y="1082801"/>
            <a:ext cx="3070450" cy="2997875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151" y="873760"/>
            <a:ext cx="3947240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125240" y="1082801"/>
            <a:ext cx="4407003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600" dirty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 visibility of best-selling vs least-selling </a:t>
            </a:r>
            <a:r>
              <a:rPr lang="en-GB" sz="1600" dirty="0" smtClean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products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600" dirty="0" smtClean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High </a:t>
            </a:r>
            <a:r>
              <a:rPr lang="en-GB" sz="1600" dirty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risk of </a:t>
            </a:r>
            <a:r>
              <a:rPr lang="en-GB" sz="1600" dirty="0" err="1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stockouts</a:t>
            </a:r>
            <a:r>
              <a:rPr lang="en-GB" sz="1600" dirty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(300+ low stock items identified</a:t>
            </a:r>
            <a:r>
              <a:rPr lang="en-GB" sz="1600" dirty="0" smtClean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600" dirty="0" smtClean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Overstocking </a:t>
            </a:r>
            <a:r>
              <a:rPr lang="en-GB" sz="1600" dirty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 low-demand products (e.g., Laptop Bags</a:t>
            </a:r>
            <a:r>
              <a:rPr lang="en-GB" sz="1600" dirty="0" smtClean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600" dirty="0" smtClean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Lack </a:t>
            </a:r>
            <a:r>
              <a:rPr lang="en-GB" sz="1600" dirty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of clarity on top-performing categories (Electronics dominates</a:t>
            </a:r>
            <a:r>
              <a:rPr lang="en-GB" sz="1600" dirty="0" smtClean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600" dirty="0" smtClean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High </a:t>
            </a:r>
            <a:r>
              <a:rPr lang="en-GB" sz="1600" dirty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number of cancelled orders affecting revenue </a:t>
            </a:r>
            <a:r>
              <a:rPr lang="en-GB" sz="1600" dirty="0" smtClean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(148 </a:t>
            </a:r>
            <a:r>
              <a:rPr lang="en-GB" sz="1600" dirty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orders</a:t>
            </a:r>
            <a:r>
              <a:rPr lang="en-GB" sz="1600" dirty="0" smtClean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600" dirty="0" smtClean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Poor </a:t>
            </a:r>
            <a:r>
              <a:rPr lang="en-GB" sz="1600" dirty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tracking of order </a:t>
            </a:r>
            <a:r>
              <a:rPr lang="en-GB" sz="1600" dirty="0" err="1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fulfillment</a:t>
            </a:r>
            <a:r>
              <a:rPr lang="en-GB" sz="1600" dirty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GB" sz="1600" dirty="0" smtClean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stages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GB" sz="1600" dirty="0" smtClean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Inefficient </a:t>
            </a:r>
            <a:r>
              <a:rPr lang="en-GB" sz="1600" dirty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decision-making due to lack of central </a:t>
            </a:r>
            <a:r>
              <a:rPr lang="en-GB" sz="1600" dirty="0" smtClean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dashboard</a:t>
            </a:r>
            <a:endParaRPr lang="en-US" sz="16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286" y="725532"/>
            <a:ext cx="4903714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1046013"/>
            <a:ext cx="430736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Dashboard to identify top products (Bluetooth Speaker, Marker Set</a:t>
            </a:r>
            <a:r>
              <a:rPr lang="en-GB" sz="1600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Detect </a:t>
            </a:r>
            <a:r>
              <a:rPr lang="en-GB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least-selling products for inventory </a:t>
            </a:r>
            <a:r>
              <a:rPr lang="en-GB" sz="1600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reduction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Monitor </a:t>
            </a:r>
            <a:r>
              <a:rPr lang="en-GB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low stock items (&lt;150 units) for timely </a:t>
            </a:r>
            <a:r>
              <a:rPr lang="en-GB" sz="1600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restocking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Category </a:t>
            </a:r>
            <a:r>
              <a:rPr lang="en-GB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analysis showing Electronics as highest revenue </a:t>
            </a:r>
            <a:r>
              <a:rPr lang="en-GB" sz="1600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driver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Track </a:t>
            </a:r>
            <a:r>
              <a:rPr lang="en-GB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order status (Delivered, Cancelled, Processing, </a:t>
            </a:r>
            <a:r>
              <a:rPr lang="en-GB" sz="1600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Shipped)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Improve </a:t>
            </a:r>
            <a:r>
              <a:rPr lang="en-GB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delivery efficiency using delivery days analysis (2–4 days </a:t>
            </a:r>
            <a:r>
              <a:rPr lang="en-GB" sz="1600" dirty="0" err="1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avg</a:t>
            </a:r>
            <a:r>
              <a:rPr lang="en-GB" sz="1600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Use </a:t>
            </a:r>
            <a:r>
              <a:rPr lang="en-GB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KPI cards for real-time business </a:t>
            </a:r>
            <a:r>
              <a:rPr lang="en-GB" sz="1600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monitoring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/>
              <a:t>Excel dataset from </a:t>
            </a:r>
            <a:r>
              <a:rPr lang="en-IN" sz="1400" dirty="0" err="1"/>
              <a:t>Kaggle</a:t>
            </a:r>
            <a:endParaRPr lang="en-IN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 smtClean="0"/>
              <a:t>Contains: Order ID, Product Name, Category, Stock levels, Order status, etc</a:t>
            </a:r>
            <a:r>
              <a:rPr lang="en-IN" sz="1600" dirty="0" smtClean="0"/>
              <a:t>.</a:t>
            </a:r>
            <a:endParaRPr lang="en-IN" sz="1600" dirty="0"/>
          </a:p>
        </p:txBody>
      </p:sp>
      <p:sp>
        <p:nvSpPr>
          <p:cNvPr id="10" name="Shape 8"/>
          <p:cNvSpPr/>
          <p:nvPr/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70248" y="170040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/>
              <a:t>Removing </a:t>
            </a:r>
            <a:r>
              <a:rPr lang="en-IN" sz="1400" dirty="0" smtClean="0"/>
              <a:t>duplicates: </a:t>
            </a:r>
            <a:r>
              <a:rPr lang="en-IN" sz="1400" dirty="0"/>
              <a:t>Remove Duplicates </a:t>
            </a:r>
            <a:r>
              <a:rPr lang="en-IN" sz="1400" dirty="0" smtClean="0"/>
              <a:t>tool Handling </a:t>
            </a:r>
            <a:r>
              <a:rPr lang="en-IN" sz="1400" dirty="0"/>
              <a:t>missing </a:t>
            </a:r>
            <a:r>
              <a:rPr lang="en-IN" sz="1400" dirty="0" smtClean="0"/>
              <a:t>values: </a:t>
            </a:r>
            <a:r>
              <a:rPr lang="en-IN" sz="1400" dirty="0"/>
              <a:t>Find &amp; </a:t>
            </a:r>
            <a:r>
              <a:rPr lang="en-IN" sz="1400" dirty="0" smtClean="0"/>
              <a:t>Replace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 smtClean="0"/>
              <a:t>Data validation: </a:t>
            </a:r>
            <a:r>
              <a:rPr lang="en-IN" sz="1400" dirty="0"/>
              <a:t>Conditional </a:t>
            </a:r>
            <a:r>
              <a:rPr lang="en-IN" sz="1400" dirty="0" smtClean="0"/>
              <a:t>Formatting, Pivot Tables, Sorting </a:t>
            </a:r>
            <a:r>
              <a:rPr lang="en-IN" sz="1400" dirty="0"/>
              <a:t>&amp; </a:t>
            </a:r>
            <a:r>
              <a:rPr lang="en-IN" sz="1400" dirty="0" smtClean="0"/>
              <a:t>Filtering, Basic </a:t>
            </a:r>
            <a:r>
              <a:rPr lang="en-IN" sz="1400" dirty="0"/>
              <a:t>Excel </a:t>
            </a:r>
            <a:r>
              <a:rPr lang="en-IN" sz="1400" dirty="0" smtClean="0"/>
              <a:t>formulas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dirty="0" smtClean="0"/>
              <a:t>Microsoft </a:t>
            </a:r>
            <a:r>
              <a:rPr lang="en-GB" sz="1400" dirty="0"/>
              <a:t>Excel → Data cleaning &amp; analysis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dirty="0"/>
              <a:t>Power BI → Data visualization &amp; dashboard creation</a:t>
            </a:r>
            <a:endParaRPr lang="en-IN" sz="1400" dirty="0"/>
          </a:p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6168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400" dirty="0" smtClean="0"/>
              <a:t>Interactive </a:t>
            </a:r>
            <a:r>
              <a:rPr lang="en-IN" sz="1400" dirty="0" smtClean="0"/>
              <a:t>dashboard: </a:t>
            </a:r>
            <a:r>
              <a:rPr lang="en-IN" sz="1400" dirty="0" smtClean="0"/>
              <a:t>KPI cards, Slicers, </a:t>
            </a:r>
            <a:r>
              <a:rPr lang="en-IN" sz="1400" dirty="0" smtClean="0"/>
              <a:t>Stacked area chart, Narrative, Donut chart, Table, Gauge, Funnel, Question answer, Decomposition tree and Scatter chart</a:t>
            </a:r>
            <a:endParaRPr lang="en-IN" sz="1400" dirty="0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2196877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1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[Add description of Demo 1 here — what this demo shows, key features, and results achieved.]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22776" y="1648237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18688" y="2196877"/>
            <a:ext cx="2788920" cy="2651760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18688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2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55848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[Add description of Demo 2 here — what this demo shows, key features, and results achieved.]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67144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63056" y="2200479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63056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3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[Add description of Demo 3 here — what this demo shows, key features, and results achieved.]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540" y="2230726"/>
            <a:ext cx="2796759" cy="2582514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8352" y="2230726"/>
            <a:ext cx="2747957" cy="2582513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115" y="2230726"/>
            <a:ext cx="2807861" cy="258251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[https://your-project-demo-link.com]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project demo video.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a video your live project.]</a:t>
            </a:r>
            <a:endParaRPr lang="en-US" sz="1100" dirty="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1084927"/>
            <a:ext cx="4446513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Identified high-demand and low-demand products </a:t>
            </a:r>
            <a:r>
              <a:rPr lang="en-GB" sz="1600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clearly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Improved </a:t>
            </a:r>
            <a:r>
              <a:rPr lang="en-GB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inventory planning (reduce </a:t>
            </a:r>
            <a:r>
              <a:rPr lang="en-GB" sz="1600" dirty="0" err="1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stockouts</a:t>
            </a:r>
            <a:r>
              <a:rPr lang="en-GB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 &amp; overstocking</a:t>
            </a:r>
            <a:r>
              <a:rPr lang="en-GB" sz="1600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Highlighted </a:t>
            </a:r>
            <a:r>
              <a:rPr lang="en-GB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Electronics as top-performing </a:t>
            </a:r>
            <a:r>
              <a:rPr lang="en-GB" sz="1600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category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Exposed </a:t>
            </a:r>
            <a:r>
              <a:rPr lang="en-GB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issue of high order cancellations impacting </a:t>
            </a:r>
            <a:r>
              <a:rPr lang="en-GB" sz="1600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business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Enabled </a:t>
            </a:r>
            <a:r>
              <a:rPr lang="en-GB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better order tracking and delivery </a:t>
            </a:r>
            <a:r>
              <a:rPr lang="en-GB" sz="1600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performance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Dashboard </a:t>
            </a:r>
            <a:r>
              <a:rPr lang="en-GB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provides quick and actionable </a:t>
            </a:r>
            <a:r>
              <a:rPr lang="en-GB" sz="1600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insights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Successfully </a:t>
            </a:r>
            <a:r>
              <a:rPr lang="en-GB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converted data into business value and </a:t>
            </a:r>
            <a:r>
              <a:rPr lang="en-GB" sz="1600" dirty="0" smtClean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decisions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:a16="http://schemas.microsoft.com/office/drawing/2014/main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4898406" y="971550"/>
            <a:ext cx="3597456" cy="330935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7" y="1082104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Lato" panose="020F0502020204030203" pitchFamily="34" charset="0"/>
                <a:cs typeface="Arial" panose="020B0604020202020204" pitchFamily="34" charset="0"/>
              </a:rPr>
              <a:t>Integration with live databases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Lato" panose="020F0502020204030203" pitchFamily="34" charset="0"/>
                <a:cs typeface="Arial" panose="020B0604020202020204" pitchFamily="34" charset="0"/>
              </a:rPr>
              <a:t>Automation using Power BI refresh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Lato" panose="020F0502020204030203" pitchFamily="34" charset="0"/>
                <a:cs typeface="Arial" panose="020B0604020202020204" pitchFamily="34" charset="0"/>
              </a:rPr>
              <a:t>Advanced dashboards with more KPIs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Lato" panose="020F0502020204030203" pitchFamily="34" charset="0"/>
                <a:cs typeface="Arial" panose="020B0604020202020204" pitchFamily="34" charset="0"/>
              </a:rPr>
              <a:t>Integration with business </a:t>
            </a:r>
            <a:r>
              <a:rPr lang="en-GB" sz="1600" dirty="0" smtClean="0">
                <a:latin typeface="Lato" panose="020F0502020204030203" pitchFamily="34" charset="0"/>
                <a:cs typeface="Arial" panose="020B0604020202020204" pitchFamily="34" charset="0"/>
              </a:rPr>
              <a:t>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 smtClean="0">
                <a:latin typeface="Lato" panose="020F0502020204030203" pitchFamily="34" charset="0"/>
                <a:cs typeface="Arial" panose="020B0604020202020204" pitchFamily="34" charset="0"/>
              </a:rPr>
              <a:t>Expansion </a:t>
            </a:r>
            <a:r>
              <a:rPr lang="en-GB" sz="1600" dirty="0">
                <a:latin typeface="Lato" panose="020F0502020204030203" pitchFamily="34" charset="0"/>
                <a:cs typeface="Arial" panose="020B0604020202020204" pitchFamily="34" charset="0"/>
              </a:rPr>
              <a:t>to larger </a:t>
            </a:r>
            <a:r>
              <a:rPr lang="en-GB" sz="1600" dirty="0" smtClean="0">
                <a:latin typeface="Lato" panose="020F0502020204030203" pitchFamily="34" charset="0"/>
                <a:cs typeface="Arial" panose="020B0604020202020204" pitchFamily="34" charset="0"/>
              </a:rPr>
              <a:t>datasets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635" y="879613"/>
            <a:ext cx="4512365" cy="338427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842</TotalTime>
  <Words>596</Words>
  <Application>Microsoft Office PowerPoint</Application>
  <PresentationFormat>On-screen Show (16:9)</PresentationFormat>
  <Paragraphs>91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Aileron</vt:lpstr>
      <vt:lpstr>Aileron Bold</vt:lpstr>
      <vt:lpstr>Aileron Ultra-Bold</vt:lpstr>
      <vt:lpstr>Arial</vt:lpstr>
      <vt:lpstr>Calibri</vt:lpstr>
      <vt:lpstr>Lato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Lenovo</cp:lastModifiedBy>
  <cp:revision>44</cp:revision>
  <dcterms:created xsi:type="dcterms:W3CDTF">2026-02-18T09:17:23Z</dcterms:created>
  <dcterms:modified xsi:type="dcterms:W3CDTF">2026-04-11T05:53:42Z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