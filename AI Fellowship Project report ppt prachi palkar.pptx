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notesSlides/notesSlide14.xml" ContentType="application/vnd.openxmlformats-officedocument.presentationml.notesSlide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ppt/tags/tag20.xml" ContentType="application/vnd.openxmlformats-officedocument.presentationml.tags+xml"/>
  <Override PartName="/ppt/notesSlides/notesSlide16.xml" ContentType="application/vnd.openxmlformats-officedocument.presentationml.notesSlide+xml"/>
  <Override PartName="/ppt/tags/tag21.xml" ContentType="application/vnd.openxmlformats-officedocument.presentationml.tags+xml"/>
  <Override PartName="/ppt/notesSlides/notesSlide17.xml" ContentType="application/vnd.openxmlformats-officedocument.presentationml.notesSlide+xml"/>
  <Override PartName="/ppt/tags/tag22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68" r:id="rId2"/>
    <p:sldId id="257" r:id="rId3"/>
    <p:sldId id="258" r:id="rId4"/>
    <p:sldId id="269" r:id="rId5"/>
    <p:sldId id="274" r:id="rId6"/>
    <p:sldId id="259" r:id="rId7"/>
    <p:sldId id="270" r:id="rId8"/>
    <p:sldId id="271" r:id="rId9"/>
    <p:sldId id="272" r:id="rId10"/>
    <p:sldId id="273" r:id="rId11"/>
    <p:sldId id="260" r:id="rId12"/>
    <p:sldId id="275" r:id="rId13"/>
    <p:sldId id="261" r:id="rId14"/>
    <p:sldId id="276" r:id="rId15"/>
    <p:sldId id="277" r:id="rId16"/>
    <p:sldId id="262" r:id="rId17"/>
    <p:sldId id="263" r:id="rId18"/>
    <p:sldId id="264" r:id="rId19"/>
    <p:sldId id="265" r:id="rId20"/>
    <p:sldId id="266" r:id="rId21"/>
  </p:sldIdLst>
  <p:sldSz cx="9144000" cy="5143500" type="screen16x9"/>
  <p:notesSz cx="5143500" cy="9144000"/>
  <p:custDataLst>
    <p:tags r:id="rId2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2" clrIdx="0">
    <p:extLst>
      <p:ext uri="{19B8F6BF-5375-455C-9EA6-DF929625EA0E}">
        <p15:presenceInfo xmlns:p15="http://schemas.microsoft.com/office/powerpoint/2012/main" userId="2c8d2e84d8c69f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82" y="72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0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69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87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57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9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46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err="1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Prachi</a:t>
            </a:r>
            <a:r>
              <a:rPr lang="en-US" sz="1200" b="1" dirty="0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 Nitin </a:t>
            </a:r>
            <a:r>
              <a:rPr lang="en-US" sz="1200" b="1" dirty="0" err="1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Palkar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prachiii1856@gmail.com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 smtClean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</a:t>
              </a:r>
              <a:r>
                <a:rPr lang="en-US" sz="1200" b="1" dirty="0" smtClean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 Ma’am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40079" y="1082801"/>
            <a:ext cx="5002346" cy="32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tabLst>
                <a:tab pos="4229100" algn="ctr"/>
              </a:tabLst>
            </a:pP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1.Project Overview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This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project focuses on transforming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raw inventory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and order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data into meaningful insights using Microsoft Excel and Power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BI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endParaRPr lang="en-US" sz="14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US" sz="1800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2. Objective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main objective is to clean and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analyze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data to improve inventory management and business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decision making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 The dataset contains issues such as duplicate records, missing values, and inconsistent categories, which are corrected using Excel data cleaning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techniques and create an interactive dashboard using </a:t>
            </a:r>
            <a:r>
              <a:rPr lang="en-GB" sz="1400" dirty="0" err="1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PowerBI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to get business insights.</a:t>
            </a:r>
            <a:endParaRPr lang="en-GB" sz="1400" dirty="0" smtClean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40079" y="1082801"/>
            <a:ext cx="3855451" cy="274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tabLst>
                <a:tab pos="4229100" algn="ctr"/>
              </a:tabLst>
            </a:pPr>
            <a:r>
              <a:rPr lang="en-US" sz="1800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3. </a:t>
            </a: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Tools Used</a:t>
            </a:r>
            <a:endParaRPr lang="en-US" sz="1800" b="1" dirty="0" smtClean="0">
              <a:solidFill>
                <a:srgbClr val="002060"/>
              </a:solidFill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Analysis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is performed using Pivot Tables and formulas in Excel, and the results are visualized through interactive dashboards in Power BI.</a:t>
            </a:r>
            <a:r>
              <a:rPr lang="en-GB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</a:t>
            </a:r>
            <a:endParaRPr lang="en-GB" dirty="0" smtClean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tabLst>
                <a:tab pos="4229100" algn="ctr"/>
              </a:tabLst>
            </a:pPr>
            <a:r>
              <a:rPr lang="en-US" sz="1800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4. Expected Outcomes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final outcome helps businesses track stock levels, monitor order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, and improve operational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efficiency</a:t>
            </a:r>
            <a:r>
              <a:rPr lang="en-GB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7041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40079" y="1082801"/>
            <a:ext cx="4842738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tabLst>
                <a:tab pos="4229100" algn="ctr"/>
              </a:tabLst>
            </a:pP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5.Unique aspects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Complete data cleaning performed manually using Excel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tools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Use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of Pivot Tables for business insight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generation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Creation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of an interactive Power BI dashboard with KPIs and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slicers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End-to-end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workflow from raw data to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visualization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Focus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on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real world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inventory and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problems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final outcome helps businesses track stock levels, monitor order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, and improve operational efficiency</a:t>
            </a:r>
            <a:r>
              <a:rPr lang="en-GB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  <a:endParaRPr lang="en-US" sz="1800" dirty="0" smtClean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71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499769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tabLst>
                <a:tab pos="4229100" algn="ctr"/>
              </a:tabLst>
            </a:pP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1.Core Problem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retail and e-commerce industry generates large amounts of data, but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Data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is often unclean and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inconsistent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Duplicate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and missing values reduce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accuracy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No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proper dashboards for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insights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Manual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analysis is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time-consuming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tabLst>
                <a:tab pos="4229100" algn="ctr"/>
              </a:tabLst>
            </a:pP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2.Key problems that </a:t>
            </a: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is significant or </a:t>
            </a: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challenging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Poor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data quality affecting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decisions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Inefficient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inventory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tracking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Revenue miscalculations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Inconsistent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product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categories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Lack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of visualization and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KPIs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Difficulty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 tracking order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4390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398956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tabLst>
                <a:tab pos="4229100" algn="ctr"/>
              </a:tabLst>
            </a:pP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3.Target Users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Retail </a:t>
            </a:r>
            <a:r>
              <a:rPr lang="en-US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businesses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Inventory managers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E-commerce companies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Business decision makers</a:t>
            </a:r>
          </a:p>
          <a:p>
            <a:pPr algn="just">
              <a:spcAft>
                <a:spcPts val="800"/>
              </a:spcAft>
              <a:tabLst>
                <a:tab pos="4229100" algn="ctr"/>
              </a:tabLst>
            </a:pP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These stakeholders rely on accurate data for managing stock, tracking orders, and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analyzing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performance</a:t>
            </a:r>
            <a:r>
              <a:rPr lang="en-GB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  <a:endParaRPr lang="en-US" dirty="0" smtClean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8974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1" y="1072535"/>
            <a:ext cx="4353994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tabLst>
                <a:tab pos="4229100" algn="ctr"/>
              </a:tabLst>
            </a:pP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4.Limitations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Manual data cleaning is time-consuming and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error-prone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Lack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of structured formats leads to inconsistent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reporting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Absence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of dashboards makes it difficult to interpret data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quickly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Traditional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methods do not provide real-time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insights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Difficulty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analyzing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large datasets without proper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tools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063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1" y="1072535"/>
            <a:ext cx="4055820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tabLst>
                <a:tab pos="4229100" algn="ctr"/>
              </a:tabLst>
            </a:pP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5.Scope</a:t>
            </a:r>
            <a:r>
              <a:rPr lang="en-US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Focuses on inventory and order </a:t>
            </a:r>
            <a:r>
              <a:rPr lang="en-GB" sz="14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dataset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Includes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data cleaning, analysis, and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visualization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Covers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stock levels, categories, and order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status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Uses </a:t>
            </a:r>
            <a:r>
              <a:rPr lang="en-GB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Excel and Power BI for processing and </a:t>
            </a:r>
            <a:r>
              <a:rPr lang="en-GB" sz="14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insights</a:t>
            </a:r>
          </a:p>
          <a:p>
            <a:pPr>
              <a:spcAft>
                <a:spcPts val="800"/>
              </a:spcAft>
              <a:tabLst>
                <a:tab pos="4229100" algn="ctr"/>
              </a:tabLst>
            </a:pPr>
            <a:endParaRPr lang="en-US" dirty="0" smtClean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14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This project uses Excel and Power BI to solve inventory and fulfillment issues</a:t>
            </a:r>
            <a:r>
              <a:rPr lang="en-US" b="1" dirty="0" smtClean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400" b="1" dirty="0" smtClean="0">
                <a:latin typeface="Lato" panose="020F0502020204030203" pitchFamily="34" charset="0"/>
                <a:cs typeface="Arial" panose="020B0604020202020204" pitchFamily="34" charset="0"/>
              </a:rPr>
              <a:t>Steps</a:t>
            </a:r>
            <a:r>
              <a:rPr lang="en-US" sz="1400" b="1" dirty="0" smtClean="0">
                <a:latin typeface="Lato" panose="020F0502020204030203" pitchFamily="34" charset="0"/>
                <a:cs typeface="Arial" panose="020B0604020202020204" pitchFamily="34" charset="0"/>
              </a:rPr>
              <a:t>:</a:t>
            </a:r>
          </a:p>
          <a:p>
            <a:endParaRPr lang="en-US" sz="1400" b="1" dirty="0" smtClean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Dataset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taken from </a:t>
            </a:r>
            <a:r>
              <a:rPr lang="en-US" sz="1400" dirty="0" err="1">
                <a:latin typeface="Lato" panose="020F0502020204030203" pitchFamily="34" charset="0"/>
                <a:cs typeface="Arial" panose="020B0604020202020204" pitchFamily="34" charset="0"/>
              </a:rPr>
              <a:t>Kaggle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 </a:t>
            </a:r>
            <a:endParaRPr lang="en-US" sz="1400" dirty="0" smtClean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Cleaning in </a:t>
            </a: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Remove duplicates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Handle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missing </a:t>
            </a: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Correct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data </a:t>
            </a: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Standardize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category </a:t>
            </a: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Analysis in </a:t>
            </a: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Pivot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KPI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Sorting and filtering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Visualization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in Power </a:t>
            </a: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Interactive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Charts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and </a:t>
            </a: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Slicers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for </a:t>
            </a: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filtering</a:t>
            </a:r>
          </a:p>
          <a:p>
            <a:endParaRPr lang="en-US" sz="1400" dirty="0" smtClean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Accurate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and clean </a:t>
            </a: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Better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inventory </a:t>
            </a: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Easy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data </a:t>
            </a: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Improved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Visual </a:t>
            </a:r>
            <a:r>
              <a:rPr lang="en-US" sz="1400" dirty="0">
                <a:latin typeface="Lato" panose="020F0502020204030203" pitchFamily="34" charset="0"/>
                <a:cs typeface="Arial" panose="020B0604020202020204" pitchFamily="34" charset="0"/>
              </a:rPr>
              <a:t>representation of data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137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363767" y="550719"/>
            <a:ext cx="356399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002060"/>
                </a:solidFill>
              </a:rPr>
              <a:t>1. Data input/ Source</a:t>
            </a:r>
          </a:p>
          <a:p>
            <a:endParaRPr lang="en-IN" dirty="0" smtClean="0"/>
          </a:p>
          <a:p>
            <a:r>
              <a:rPr lang="en-IN" sz="1400" dirty="0"/>
              <a:t>Excel dataset from </a:t>
            </a:r>
            <a:r>
              <a:rPr lang="en-IN" sz="1400" dirty="0" err="1" smtClean="0"/>
              <a:t>Kaggle</a:t>
            </a:r>
            <a:endParaRPr lang="en-IN" sz="1400" dirty="0" smtClean="0"/>
          </a:p>
          <a:p>
            <a:r>
              <a:rPr lang="en-IN" sz="1400" dirty="0" smtClean="0"/>
              <a:t>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Order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Product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Stock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Order </a:t>
            </a:r>
            <a:r>
              <a:rPr lang="en-IN" sz="1400" dirty="0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61609" y="550719"/>
            <a:ext cx="4072182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2. Processing / Analysis (Excel</a:t>
            </a:r>
            <a:r>
              <a:rPr lang="en-IN" dirty="0" smtClean="0">
                <a:solidFill>
                  <a:srgbClr val="002060"/>
                </a:solidFill>
              </a:rPr>
              <a:t>)</a:t>
            </a:r>
          </a:p>
          <a:p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Removing </a:t>
            </a:r>
            <a:r>
              <a:rPr lang="en-IN" sz="1400" dirty="0"/>
              <a:t>duplicates using Remove Duplicates </a:t>
            </a:r>
            <a:r>
              <a:rPr lang="en-IN" sz="1400" dirty="0" smtClean="0"/>
              <a:t>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Handling </a:t>
            </a:r>
            <a:r>
              <a:rPr lang="en-IN" sz="1400" dirty="0"/>
              <a:t>missing values using Find &amp; </a:t>
            </a:r>
            <a:r>
              <a:rPr lang="en-IN" sz="1400" dirty="0" smtClean="0"/>
              <a:t>Replace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Standardizing </a:t>
            </a:r>
            <a:r>
              <a:rPr lang="en-IN" sz="1400" dirty="0"/>
              <a:t>categories using Replace </a:t>
            </a:r>
            <a:r>
              <a:rPr lang="en-IN" sz="1400" dirty="0" smtClean="0"/>
              <a:t>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Correcting </a:t>
            </a:r>
            <a:r>
              <a:rPr lang="en-IN" sz="1400" dirty="0"/>
              <a:t>data types using filters and </a:t>
            </a:r>
            <a:r>
              <a:rPr lang="en-IN" sz="1400" dirty="0" smtClean="0"/>
              <a:t>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Data </a:t>
            </a:r>
            <a:r>
              <a:rPr lang="en-IN" sz="1400" dirty="0"/>
              <a:t>validation using Conditional </a:t>
            </a:r>
            <a:r>
              <a:rPr lang="en-IN" sz="1400" dirty="0" smtClean="0"/>
              <a:t>Formatting</a:t>
            </a:r>
          </a:p>
          <a:p>
            <a:endParaRPr lang="en-IN" sz="1400" dirty="0" smtClean="0"/>
          </a:p>
          <a:p>
            <a:r>
              <a:rPr lang="en-IN" sz="1400" dirty="0" smtClean="0"/>
              <a:t>Analysis </a:t>
            </a:r>
            <a:r>
              <a:rPr lang="en-IN" sz="1400" dirty="0"/>
              <a:t>Techniques</a:t>
            </a:r>
            <a:r>
              <a:rPr lang="en-IN" sz="14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Pivot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Sorting </a:t>
            </a:r>
            <a:r>
              <a:rPr lang="en-IN" sz="1400" dirty="0"/>
              <a:t>&amp; </a:t>
            </a:r>
            <a:r>
              <a:rPr lang="en-IN" sz="1400" dirty="0" smtClean="0"/>
              <a:t>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Basic </a:t>
            </a:r>
            <a:r>
              <a:rPr lang="en-IN" sz="1400" dirty="0"/>
              <a:t>Excel formulas</a:t>
            </a:r>
          </a:p>
        </p:txBody>
      </p:sp>
    </p:spTree>
    <p:extLst>
      <p:ext uri="{BB962C8B-B14F-4D97-AF65-F5344CB8AC3E}">
        <p14:creationId xmlns:p14="http://schemas.microsoft.com/office/powerpoint/2010/main" val="448624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363767" y="737754"/>
            <a:ext cx="301553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3. Tool </a:t>
            </a:r>
            <a:r>
              <a:rPr lang="en-GB" dirty="0" smtClean="0">
                <a:solidFill>
                  <a:srgbClr val="002060"/>
                </a:solidFill>
              </a:rPr>
              <a:t>Integration</a:t>
            </a:r>
          </a:p>
          <a:p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Microsoft </a:t>
            </a:r>
            <a:r>
              <a:rPr lang="en-GB" sz="1400" dirty="0"/>
              <a:t>Excel → Data cleaning &amp; </a:t>
            </a:r>
            <a:r>
              <a:rPr lang="en-GB" sz="1400" dirty="0" smtClean="0"/>
              <a:t>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Power </a:t>
            </a:r>
            <a:r>
              <a:rPr lang="en-GB" sz="1400" dirty="0"/>
              <a:t>BI → Data visualization &amp; dashboard creation</a:t>
            </a:r>
            <a:endParaRPr lang="en-IN" sz="14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4457700" y="737755"/>
            <a:ext cx="440574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4. Output / Dashboard (Power </a:t>
            </a:r>
            <a:r>
              <a:rPr lang="en-IN" dirty="0" smtClean="0">
                <a:solidFill>
                  <a:srgbClr val="002060"/>
                </a:solidFill>
              </a:rPr>
              <a:t>BI)</a:t>
            </a:r>
          </a:p>
          <a:p>
            <a:endParaRPr lang="en-IN" dirty="0" smtClean="0"/>
          </a:p>
          <a:p>
            <a:r>
              <a:rPr lang="en-IN" sz="1400" dirty="0" smtClean="0"/>
              <a:t>Interactive dashboard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KPI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Bar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Pie </a:t>
            </a:r>
            <a:r>
              <a:rPr lang="en-IN" sz="1400" dirty="0" smtClean="0"/>
              <a:t>charts</a:t>
            </a:r>
          </a:p>
          <a:p>
            <a:endParaRPr lang="en-IN" sz="1400" dirty="0" smtClean="0"/>
          </a:p>
          <a:p>
            <a:r>
              <a:rPr lang="en-IN" sz="1400" dirty="0" smtClean="0"/>
              <a:t>Insights </a:t>
            </a:r>
            <a:r>
              <a:rPr lang="en-IN" sz="1400" dirty="0"/>
              <a:t>Generated</a:t>
            </a:r>
            <a:r>
              <a:rPr lang="en-IN" sz="14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Stock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Category-wise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Region-wise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Order </a:t>
            </a:r>
            <a:r>
              <a:rPr lang="en-IN" sz="1400" dirty="0" err="1" smtClean="0"/>
              <a:t>fulfillment</a:t>
            </a:r>
            <a:r>
              <a:rPr lang="en-IN" sz="1400" dirty="0" smtClean="0"/>
              <a:t> tracking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081126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</a:t>
            </a:r>
            <a:r>
              <a:rPr lang="en-US" dirty="0" smtClean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: 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2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1" y="2332383"/>
            <a:ext cx="2779776" cy="24251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688" y="2332383"/>
            <a:ext cx="2788920" cy="242514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056" y="2332384"/>
            <a:ext cx="2788920" cy="25162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This project successfully converted raw inventory data into structured and meaningful information using Excel and Power BI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GB" sz="1400" dirty="0" smtClean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Key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achievements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Cleaned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and organized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dataset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Performed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effective data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analysis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Created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interactive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dashboards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Improved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inventory tracking and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reporting</a:t>
            </a:r>
          </a:p>
          <a:p>
            <a:pPr algn="just"/>
            <a:endParaRPr lang="en-GB" sz="1400" dirty="0" smtClean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The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project demonstrates how Excel and Power BI can be used effectively for business data analysis and decision-making.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Integration with live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Automation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using Power BI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refresh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Advanced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dashboards with more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Integration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with business systems </a:t>
            </a:r>
            <a:r>
              <a:rPr lang="en-GB" sz="1400" dirty="0" smtClean="0">
                <a:latin typeface="Lato" panose="020F0502020204030203" pitchFamily="34" charset="0"/>
                <a:cs typeface="Arial" panose="020B0604020202020204" pitchFamily="34" charset="0"/>
              </a:rPr>
              <a:t>Expansion </a:t>
            </a:r>
            <a:r>
              <a:rPr lang="en-GB" sz="1400" dirty="0">
                <a:latin typeface="Lato" panose="020F0502020204030203" pitchFamily="34" charset="0"/>
                <a:cs typeface="Arial" panose="020B0604020202020204" pitchFamily="34" charset="0"/>
              </a:rPr>
              <a:t>to larger datasets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811</Words>
  <Application>Microsoft Office PowerPoint</Application>
  <PresentationFormat>On-screen Show (16:9)</PresentationFormat>
  <Paragraphs>189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Aileron</vt:lpstr>
      <vt:lpstr>Aileron Bold</vt:lpstr>
      <vt:lpstr>Aileron Ultra-Bold</vt:lpstr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Lenovo</cp:lastModifiedBy>
  <cp:revision>37</cp:revision>
  <dcterms:created xsi:type="dcterms:W3CDTF">2026-02-18T09:17:23Z</dcterms:created>
  <dcterms:modified xsi:type="dcterms:W3CDTF">2026-04-08T05:58:54Z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