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7" r:id="rId3"/>
    <p:sldId id="258" r:id="rId4"/>
    <p:sldId id="269" r:id="rId5"/>
    <p:sldId id="259" r:id="rId6"/>
    <p:sldId id="260" r:id="rId7"/>
    <p:sldId id="261" r:id="rId8"/>
    <p:sldId id="276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2" clrIdx="0">
    <p:extLst>
      <p:ext uri="{19B8F6BF-5375-455C-9EA6-DF929625EA0E}">
        <p15:presenceInfo xmlns:p15="http://schemas.microsoft.com/office/powerpoint/2012/main" userId="2c8d2e84d8c69f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235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0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hyperlink" Target="https://app.powerbi.com/groups/me/reports/1c7075d5-7d48-4f42-9489-e53c8992eeed/bdc068c312020b52ab0f?experience=power-bi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err="1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Prachi</a:t>
            </a: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 Nitin </a:t>
            </a:r>
            <a:r>
              <a:rPr lang="en-US" sz="1200" b="1" dirty="0" err="1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Palkar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prachiii1856@gmail.com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 smtClean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</a:t>
              </a:r>
              <a:r>
                <a:rPr lang="en-US" sz="1200" b="1" dirty="0" smtClean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 Ma’am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40079" y="1082801"/>
            <a:ext cx="36036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tabLst>
                <a:tab pos="4229100" algn="ctr"/>
              </a:tabLst>
            </a:pP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1.Project Overview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This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project focuses on transforming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raw inventory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and order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data into meaningful insights using Microsoft Excel and Power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BI.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US" sz="1800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2. Objective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main objective is to clean and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analyze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data to improve inventory management and business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decision making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 The dataset contains issues such as duplicate records, missing values, and inconsistent categories, which are corrected using Excel data cleaning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techniques and create an interactive dashboard using </a:t>
            </a:r>
            <a:r>
              <a:rPr lang="en-GB" sz="1400" dirty="0" err="1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PowerBI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to get business insights.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168348" y="1089427"/>
            <a:ext cx="3716572" cy="3217529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487680"/>
            <a:ext cx="822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40078" y="883687"/>
            <a:ext cx="4043301" cy="39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US" sz="1800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3. </a:t>
            </a: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Tools Used</a:t>
            </a:r>
            <a:endParaRPr lang="en-US" b="1" dirty="0">
              <a:solidFill>
                <a:srgbClr val="002060"/>
              </a:solidFill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Analysis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is performed using Pivot Tables and formulas in Excel, and the results are visualized through interactive dashboards in Power BI.</a:t>
            </a:r>
            <a:r>
              <a:rPr lang="en-GB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US" sz="1800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4. Expected Outcomes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final outcome helps businesses track stock levels, monitor order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, and improve operational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efficiency</a:t>
            </a:r>
            <a:r>
              <a:rPr lang="en-GB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5.Unique </a:t>
            </a: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aspects</a:t>
            </a:r>
            <a:endParaRPr lang="en-GB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Use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Excel + Power BI for real-world business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analysis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Focus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on inventory and order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insights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Creation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interactive dashboards with KPIs</a:t>
            </a:r>
            <a:endParaRPr lang="en-US" sz="14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70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499769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600" b="1" dirty="0" smtClean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Business related problems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Poor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 quality (duplicates, missing values) leads to wrong business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decisions 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Lack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proper dashboards results in limited visibility of inventory &amp; sales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performance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Inefficient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inventory tracking causes stock shortages or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overstocking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Manual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 analysis is time-consuming and reduces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productivity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Inconsistent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product categorization leads to revenue miscalculations and reporting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errors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Problematic for Retail businesses, Inventory managers, E-commerce companies, Business </a:t>
            </a:r>
            <a:r>
              <a:rPr lang="en-US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decision </a:t>
            </a:r>
            <a:r>
              <a:rPr lang="en-US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makers, </a:t>
            </a:r>
            <a:r>
              <a:rPr lang="en-US" sz="1400" dirty="0" err="1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etc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 to take business related decisions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GB" sz="1400" dirty="0" smtClean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This project uses Excel and Power BI to solve inventory and fulfillment issues.</a:t>
            </a:r>
          </a:p>
          <a:p>
            <a:endParaRPr lang="en-US" b="1" dirty="0" smtClean="0">
              <a:solidFill>
                <a:srgbClr val="002060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Use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Excel for data cleaning to ensure accurate and reliable business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Apply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Pivot Tables &amp; formulas for quick and efficient data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Develop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interactive Power BI dashboards for real-time business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insights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Track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key metrics like stock levels, order </a:t>
            </a:r>
            <a:r>
              <a:rPr lang="en-GB" sz="1400" dirty="0" err="1">
                <a:latin typeface="Lato" panose="020F0502020204030203" pitchFamily="34" charset="0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, and category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Enable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data-driven decision-making to improve efficiency and profitability</a:t>
            </a:r>
            <a:endParaRPr lang="en-US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363767" y="385067"/>
            <a:ext cx="356399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002060"/>
                </a:solidFill>
              </a:rPr>
              <a:t>1. Data input/ Source</a:t>
            </a:r>
          </a:p>
          <a:p>
            <a:r>
              <a:rPr lang="en-IN" sz="1400" dirty="0" smtClean="0"/>
              <a:t>Excel </a:t>
            </a:r>
            <a:r>
              <a:rPr lang="en-IN" sz="1400" dirty="0"/>
              <a:t>dataset from </a:t>
            </a:r>
            <a:r>
              <a:rPr lang="en-IN" sz="1400" dirty="0" err="1" smtClean="0"/>
              <a:t>Kaggle</a:t>
            </a:r>
            <a:endParaRPr lang="en-IN" sz="1400" dirty="0" smtClean="0"/>
          </a:p>
          <a:p>
            <a:r>
              <a:rPr lang="en-IN" sz="1400" dirty="0" smtClean="0"/>
              <a:t>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Order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Product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Stock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Order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 smtClean="0"/>
          </a:p>
          <a:p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 smtClean="0"/>
          </a:p>
          <a:p>
            <a:r>
              <a:rPr lang="en-GB" dirty="0">
                <a:solidFill>
                  <a:srgbClr val="002060"/>
                </a:solidFill>
              </a:rPr>
              <a:t>3. Tool Integration</a:t>
            </a:r>
          </a:p>
          <a:p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Microsoft Excel → Data cleaning &amp;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Power BI → Data visualization &amp; dashboard creation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4707381" y="385067"/>
            <a:ext cx="4701661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2. Processing / Analysis (</a:t>
            </a:r>
            <a:r>
              <a:rPr lang="en-IN" dirty="0" smtClean="0">
                <a:solidFill>
                  <a:srgbClr val="002060"/>
                </a:solidFill>
              </a:rPr>
              <a:t>Excel)</a:t>
            </a:r>
          </a:p>
          <a:p>
            <a:r>
              <a:rPr lang="en-IN" sz="1400" dirty="0" smtClean="0"/>
              <a:t>Removing </a:t>
            </a:r>
            <a:r>
              <a:rPr lang="en-IN" sz="1400" dirty="0"/>
              <a:t>duplicates using Remove Duplicates </a:t>
            </a:r>
            <a:r>
              <a:rPr lang="en-IN" sz="1400" dirty="0" smtClean="0"/>
              <a:t>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Handling </a:t>
            </a:r>
            <a:r>
              <a:rPr lang="en-IN" sz="1400" dirty="0"/>
              <a:t>missing values using Find &amp; </a:t>
            </a:r>
            <a:r>
              <a:rPr lang="en-IN" sz="1400" dirty="0" smtClean="0"/>
              <a:t>Replace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Standardizing </a:t>
            </a:r>
            <a:r>
              <a:rPr lang="en-IN" sz="1400" dirty="0"/>
              <a:t>categories using Replace </a:t>
            </a:r>
            <a:r>
              <a:rPr lang="en-IN" sz="1400" dirty="0" smtClean="0"/>
              <a:t>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Correcting </a:t>
            </a:r>
            <a:r>
              <a:rPr lang="en-IN" sz="1400" dirty="0"/>
              <a:t>data types using filters and </a:t>
            </a:r>
            <a:r>
              <a:rPr lang="en-IN" sz="1400" dirty="0" smtClean="0"/>
              <a:t>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Data </a:t>
            </a:r>
            <a:r>
              <a:rPr lang="en-IN" sz="1400" dirty="0"/>
              <a:t>validation using Conditional </a:t>
            </a:r>
            <a:r>
              <a:rPr lang="en-IN" sz="1400" dirty="0" smtClean="0"/>
              <a:t>Formatting</a:t>
            </a:r>
          </a:p>
          <a:p>
            <a:r>
              <a:rPr lang="en-IN" sz="1400" dirty="0" smtClean="0"/>
              <a:t>Analysis </a:t>
            </a:r>
            <a:r>
              <a:rPr lang="en-IN" sz="1400" dirty="0"/>
              <a:t>Techniques</a:t>
            </a:r>
            <a:r>
              <a:rPr lang="en-IN" sz="14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Pivot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Sorting </a:t>
            </a:r>
            <a:r>
              <a:rPr lang="en-IN" sz="1400" dirty="0"/>
              <a:t>&amp; </a:t>
            </a:r>
            <a:r>
              <a:rPr lang="en-IN" sz="1400" dirty="0" smtClean="0"/>
              <a:t>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Basic </a:t>
            </a:r>
            <a:r>
              <a:rPr lang="en-IN" sz="1400" dirty="0"/>
              <a:t>Excel </a:t>
            </a:r>
            <a:r>
              <a:rPr lang="en-IN" sz="1400" dirty="0" smtClean="0"/>
              <a:t>formulas</a:t>
            </a:r>
          </a:p>
          <a:p>
            <a:endParaRPr lang="en-GB" sz="1400" dirty="0"/>
          </a:p>
          <a:p>
            <a:r>
              <a:rPr lang="en-IN" dirty="0">
                <a:solidFill>
                  <a:srgbClr val="002060"/>
                </a:solidFill>
              </a:rPr>
              <a:t>4. Output / Dashboard (Power </a:t>
            </a:r>
            <a:r>
              <a:rPr lang="en-IN" dirty="0" smtClean="0">
                <a:solidFill>
                  <a:srgbClr val="002060"/>
                </a:solidFill>
              </a:rPr>
              <a:t>BI)</a:t>
            </a:r>
          </a:p>
          <a:p>
            <a:r>
              <a:rPr lang="en-IN" sz="1400" dirty="0" smtClean="0"/>
              <a:t>Interactive </a:t>
            </a:r>
            <a:r>
              <a:rPr lang="en-IN" sz="1400" dirty="0"/>
              <a:t>dashboard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KPI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Bar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Pie charts</a:t>
            </a:r>
          </a:p>
          <a:p>
            <a:r>
              <a:rPr lang="en-IN" sz="1400" dirty="0" smtClean="0"/>
              <a:t>Insights </a:t>
            </a:r>
            <a:r>
              <a:rPr lang="en-IN" sz="1400" dirty="0"/>
              <a:t>Generated: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Stock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Category-wise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Region-wise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Order </a:t>
            </a:r>
            <a:r>
              <a:rPr lang="en-IN" sz="1400" dirty="0" err="1"/>
              <a:t>fulfillment</a:t>
            </a:r>
            <a:r>
              <a:rPr lang="en-IN" sz="1400" dirty="0"/>
              <a:t> tracking</a:t>
            </a:r>
          </a:p>
          <a:p>
            <a:endParaRPr lang="en-IN" sz="1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58417" y="2670313"/>
            <a:ext cx="8660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62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</a:t>
            </a:r>
            <a:r>
              <a:rPr lang="en-US" dirty="0" smtClean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: 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2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1" y="2332383"/>
            <a:ext cx="2779776" cy="24251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688" y="2332383"/>
            <a:ext cx="2788920" cy="242514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056" y="2332384"/>
            <a:ext cx="2788920" cy="25162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hlinkClick r:id="rId4"/>
              </a:rPr>
              <a:t>https://</a:t>
            </a:r>
            <a:r>
              <a:rPr lang="en-US" sz="900" dirty="0" smtClean="0">
                <a:hlinkClick r:id="rId4"/>
              </a:rPr>
              <a:t>app.powerbi.com/groups/me/reports/1c7075d5-7d48-4f42-9489-e53c8992eeed/bdc068c312020b52ab0f?experience=power-bi</a:t>
            </a:r>
            <a:endParaRPr lang="en-US" sz="900" dirty="0" smtClean="0"/>
          </a:p>
          <a:p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This project successfully converted raw inventory data into structured and meaningful information using Excel and Power BI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GB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Key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achievements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Cleaned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and organized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dataset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Performed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effective data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Created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interactive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dashboards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Improved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inventory tracking and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reporting</a:t>
            </a:r>
          </a:p>
          <a:p>
            <a:pPr algn="just"/>
            <a:endParaRPr lang="en-GB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The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project demonstrates how Excel and Power BI can be used effectively for business data analysis and decision-making.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Integration with live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Automation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using Power BI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refresh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Advanced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dashboards with more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Integration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with business systems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Expansion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to larger datasets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653</Words>
  <Application>Microsoft Office PowerPoint</Application>
  <PresentationFormat>On-screen Show (16:9)</PresentationFormat>
  <Paragraphs>128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Aileron</vt:lpstr>
      <vt:lpstr>Aileron Bold</vt:lpstr>
      <vt:lpstr>Aileron Ultra-Bold</vt:lpstr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Lenovo</cp:lastModifiedBy>
  <cp:revision>45</cp:revision>
  <dcterms:created xsi:type="dcterms:W3CDTF">2026-02-18T09:17:23Z</dcterms:created>
  <dcterms:modified xsi:type="dcterms:W3CDTF">2026-04-09T11:11:13Z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